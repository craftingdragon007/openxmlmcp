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88706591"/>
        <c:axId val="6500666"/>
      </c:barChart>
      <c:catAx>
        <c:axId val="88706591"/>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6500666"/>
        <c:crosses val="autoZero"/>
        <c:auto val="1"/>
        <c:lblAlgn val="ctr"/>
        <c:lblOffset val="100"/>
        <c:noMultiLvlLbl val="0"/>
      </c:catAx>
      <c:valAx>
        <c:axId val="6500666"/>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8706591"/>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el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3CF66689-8CEE-48A4-939C-3288CF559C83}"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el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3600" b="0" u="none" strike="noStrike">
                <a:solidFill>
                  <a:srgbClr val="000000"/>
                </a:solidFill>
                <a:effectLst/>
                <a:uFillTx/>
                <a:latin typeface="Arial"/>
              </a:rPr>
              <a:t>Format des Titeltextes durch Klicken bearbeiten</a:t>
            </a:r>
            <a:endParaRPr lang="de-CH"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de-CH"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Format des Gliederungstextes durch Klicken bearbeiten</a:t>
            </a:r>
            <a:endParaRPr lang="de-CH"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Zweite Gliederungsebene</a:t>
            </a:r>
            <a:endParaRPr lang="de-CH"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Dritte Gliederungsebene</a:t>
            </a:r>
            <a:endParaRPr lang="de-CH"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Vierte Gliederungsebene</a:t>
            </a:r>
            <a:endParaRPr lang="de-CH"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Fünfte Gliederungsebene</a:t>
            </a:r>
            <a:endParaRPr lang="de-CH"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Sechste Gliederungsebene</a:t>
            </a:r>
            <a:endParaRPr lang="de-CH"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de-CH" sz="2600" b="0" u="none" strike="noStrike">
                <a:solidFill>
                  <a:srgbClr val="000000"/>
                </a:solidFill>
                <a:effectLst/>
                <a:uFillTx/>
                <a:latin typeface="Arial"/>
              </a:rPr>
              <a:t>Siebte Gliederungsebene</a:t>
            </a:r>
            <a:endParaRPr lang="de-CH"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&lt;Datum/Uhrzeit&gt;</a:t>
            </a:r>
            <a:endParaRPr lang="de-CH"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&lt;Fußzeile&gt;</a:t>
            </a:r>
            <a:endParaRPr lang="de-CH"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C69AB924-5002-4B37-8B10-660DB29FE578}" type="slidenum">
              <a:rPr lang="en-US" sz="1400" b="0" u="none" strike="noStrike">
                <a:solidFill>
                  <a:srgbClr val="000000"/>
                </a:solidFill>
                <a:effectLst/>
                <a:uFillTx/>
                <a:latin typeface="Times New Roman"/>
                <a:ea typeface="DejaVu Sans"/>
              </a:rPr>
              <a:t>&lt;Foliennummer&gt;</a:t>
            </a:fld>
            <a:endParaRPr lang="de-CH"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Lorem ipsum</a:t>
            </a:r>
            <a:endParaRPr lang="de-CH"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tIns="1152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de-CH"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Chart</a:t>
            </a:r>
            <a:endParaRPr lang="de-CH"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Table</a:t>
            </a:r>
            <a:endParaRPr lang="de-CH"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rPr>
                        <a:t>Column 1</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2</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3</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4</a:t>
                      </a: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5</a:t>
                      </a:r>
                      <a:endParaRPr lang="de-CH" sz="1800" b="0" u="none" strike="noStrike">
                        <a:solidFill>
                          <a:srgbClr val="000000"/>
                        </a:solidFill>
                        <a:effectLst/>
                        <a:uFillTx/>
                        <a:latin typeface="Arial"/>
                      </a:endParaRPr>
                    </a:p>
                    <a:p>
                      <a:pPr>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de-CH"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Photo</a:t>
            </a:r>
            <a:endParaRPr lang="de-CH" sz="3600" b="0" u="none" strike="noStrike">
              <a:solidFill>
                <a:srgbClr val="000000"/>
              </a:solidFill>
              <a:effectLst/>
              <a:uFillTx/>
              <a:latin typeface="Arial"/>
            </a:endParaRPr>
          </a:p>
        </p:txBody>
      </p:sp>
      <p:pic>
        <p:nvPicPr>
          <p:cNvPr id="21" name=""/>
          <p:cNvPicPr/>
          <p:nvPr/>
        </p:nvPicPr>
        <p:blipFill>
          <a:blip r:embed="rId1"/>
          <a:stretch/>
        </p:blipFill>
        <p:spPr>
          <a:xfrm>
            <a:off x="2011320" y="1828800"/>
            <a:ext cx="6294600" cy="4479840"/>
          </a:xfrm>
          <a:prstGeom prst="rect">
            <a:avLst/>
          </a:prstGeom>
          <a:noFill/>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presetID="1" presetClass="entr"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presetID="1" presetClass="entr"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2017-08-10T21:58:16Z</dcterms:created>
  <dc:creator/>
  <dc:description/>
  <dc:language>de-CH</dc:language>
  <cp:lastModifiedBy/>
  <cp:revision>0</cp:revision>
  <dc:subject/>
  <dc:title/>
</cp:coreProperties>
</file>