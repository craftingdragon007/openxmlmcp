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Lst>
  <p:sldSz cx="10080625" cy="7559675"/>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58529975"/>
        <c:axId val="56576303"/>
      </c:barChart>
      <c:catAx>
        <c:axId val="58529975"/>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56576303"/>
        <c:crosses val="autoZero"/>
        <c:auto val="1"/>
        <c:lblAlgn val="ctr"/>
        <c:lblOffset val="100"/>
        <c:noMultiLvlLbl val="0"/>
      </c:catAx>
      <c:valAx>
        <c:axId val="56576303"/>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58529975"/>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defRPr>
          </a:pPr>
        </a:p>
      </c:txPr>
    </c:legend>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el1">
    <p:bg>
      <p:bgPr>
        <a:solidFill>
          <a:srgbClr val="FFFFFF"/>
        </a:solidFill>
      </p:bgPr>
    </p:bg>
    <p:spTree>
      <p:nvGrpSpPr>
        <p:cNvPr id="1" name=""/>
        <p:cNvGrpSpPr/>
        <p:nvPr/>
      </p:nvGrpSpPr>
      <p:grpSpPr>
        <a:xfrm>
          <a:off x="0" y="0"/>
          <a:ext cx="0" cy="0"/>
          <a:chOff x="0" y="0"/>
          <a:chExt cx="0" cy="0"/>
        </a:xfrm>
      </p:grpSpPr>
      <p:pic>
        <p:nvPicPr>
          <p:cNvPr id="8" name=""/>
          <p:cNvPicPr/>
          <p:nvPr/>
        </p:nvPicPr>
        <p:blipFill>
          <a:blip r:embed="rId2"/>
          <a:stretch/>
        </p:blipFill>
        <p:spPr>
          <a:xfrm>
            <a:off x="0" y="0"/>
            <a:ext cx="10078920" cy="7559640"/>
          </a:xfrm>
          <a:prstGeom prst="rect">
            <a:avLst/>
          </a:prstGeom>
          <a:noFill/>
          <a:ln w="0">
            <a:noFill/>
          </a:ln>
        </p:spPr>
      </p:pic>
      <p:sp>
        <p:nvSpPr>
          <p:cNvPr id="9"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3600" b="0" u="none" strike="noStrike">
                <a:solidFill>
                  <a:srgbClr val="000000"/>
                </a:solidFill>
                <a:effectLst/>
                <a:uFillTx/>
                <a:latin typeface="Arial"/>
              </a:rPr>
              <a:t>Format des Titeltextes durch Klicken bearbeiten</a:t>
            </a:r>
            <a:endParaRPr lang="de-CH" sz="3600" b="0" u="none" strike="noStrike">
              <a:solidFill>
                <a:srgbClr val="000000"/>
              </a:solidFill>
              <a:effectLst/>
              <a:uFillTx/>
              <a:latin typeface="Arial"/>
            </a:endParaRPr>
          </a:p>
        </p:txBody>
      </p:sp>
      <p:sp>
        <p:nvSpPr>
          <p:cNvPr id="10"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Format des Gliederungstextes durch Klicken bearbeiten</a:t>
            </a:r>
            <a:endParaRPr lang="de-CH"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Zweite Gliederungsebene</a:t>
            </a:r>
            <a:endParaRPr lang="de-CH"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Dritte Gliederungsebene</a:t>
            </a:r>
            <a:endParaRPr lang="de-CH"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Vierte Gliederungsebene</a:t>
            </a:r>
            <a:endParaRPr lang="de-CH"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Fünfte Gliederungsebene</a:t>
            </a:r>
            <a:endParaRPr lang="de-CH"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Sechste Gliederungsebene</a:t>
            </a:r>
            <a:endParaRPr lang="de-CH"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Siebte Gliederungsebene</a:t>
            </a:r>
            <a:endParaRPr lang="de-CH" sz="2600" b="0" u="none" strike="noStrike">
              <a:solidFill>
                <a:srgbClr val="000000"/>
              </a:solidFill>
              <a:effectLst/>
              <a:uFillTx/>
              <a:latin typeface="Arial"/>
            </a:endParaRPr>
          </a:p>
        </p:txBody>
      </p:sp>
      <p:sp>
        <p:nvSpPr>
          <p:cNvPr id="11" name="PlaceHolder 3"/>
          <p:cNvSpPr>
            <a:spLocks noGrp="1"/>
          </p:cNvSpPr>
          <p:nvPr>
            <p:ph type="dt" idx="4"/>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&lt;Datum/Uhrzeit&gt;</a:t>
            </a:r>
            <a:endParaRPr lang="de-CH"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&lt;Fußzeile&gt;</a:t>
            </a:r>
            <a:endParaRPr lang="de-CH"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FC583D67-7E5C-471F-8D24-F48C995044DE}" type="slidenum">
              <a:rPr lang="en-US" sz="1400" b="0" u="none" strike="noStrike">
                <a:solidFill>
                  <a:srgbClr val="000000"/>
                </a:solidFill>
                <a:effectLst/>
                <a:uFillTx/>
                <a:latin typeface="Times New Roman"/>
                <a:ea typeface="DejaVu Sans"/>
              </a:rPr>
              <a:t>&lt;Foliennummer&gt;</a:t>
            </a:fld>
            <a:endParaRPr lang="de-CH"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1">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78920" cy="7559640"/>
          </a:xfrm>
          <a:prstGeom prst="rect">
            <a:avLst/>
          </a:prstGeom>
          <a:noFill/>
          <a:ln w="0">
            <a:noFill/>
          </a:ln>
        </p:spPr>
      </p:pic>
      <p:sp>
        <p:nvSpPr>
          <p:cNvPr id="3"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3600" b="0" u="none" strike="noStrike">
                <a:solidFill>
                  <a:srgbClr val="000000"/>
                </a:solidFill>
                <a:effectLst/>
                <a:uFillTx/>
                <a:latin typeface="Arial"/>
              </a:rPr>
              <a:t>Format des Titeltextes durch Klicken bearbeiten</a:t>
            </a:r>
            <a:endParaRPr lang="de-CH" sz="3600" b="0" u="none" strike="noStrike">
              <a:solidFill>
                <a:srgbClr val="000000"/>
              </a:solidFill>
              <a:effectLst/>
              <a:uFillTx/>
              <a:latin typeface="Arial"/>
            </a:endParaRPr>
          </a:p>
        </p:txBody>
      </p:sp>
      <p:sp>
        <p:nvSpPr>
          <p:cNvPr id="4"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Format des Gliederungstextes durch Klicken bearbeiten</a:t>
            </a:r>
            <a:endParaRPr lang="de-CH"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Zweite Gliederungsebene</a:t>
            </a:r>
            <a:endParaRPr lang="de-CH"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Dritte Gliederungsebene</a:t>
            </a:r>
            <a:endParaRPr lang="de-CH"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Vierte Gliederungsebene</a:t>
            </a:r>
            <a:endParaRPr lang="de-CH"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Fünfte Gliederungsebene</a:t>
            </a:r>
            <a:endParaRPr lang="de-CH"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Sechste Gliederungsebene</a:t>
            </a:r>
            <a:endParaRPr lang="de-CH"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Siebte Gliederungsebene</a:t>
            </a:r>
            <a:endParaRPr lang="de-CH" sz="2600" b="0" u="none" strike="noStrike">
              <a:solidFill>
                <a:srgbClr val="000000"/>
              </a:solidFill>
              <a:effectLst/>
              <a:uFillTx/>
              <a:latin typeface="Arial"/>
            </a:endParaRPr>
          </a:p>
        </p:txBody>
      </p:sp>
      <p:sp>
        <p:nvSpPr>
          <p:cNvPr id="5" name="PlaceHolder 3"/>
          <p:cNvSpPr>
            <a:spLocks noGrp="1"/>
          </p:cNvSpPr>
          <p:nvPr>
            <p:ph type="dt" idx="1"/>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&lt;Datum/Uhrzeit&gt;</a:t>
            </a:r>
            <a:endParaRPr lang="de-CH"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&lt;Fußzeile&gt;</a:t>
            </a:r>
            <a:endParaRPr lang="de-CH"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A48BC773-97E8-40A6-BC6B-16F09A80D760}" type="slidenum">
              <a:rPr lang="en-US" sz="1400" b="0" u="none" strike="noStrike">
                <a:solidFill>
                  <a:srgbClr val="000000"/>
                </a:solidFill>
                <a:effectLst/>
                <a:uFillTx/>
                <a:latin typeface="Times New Roman"/>
                <a:ea typeface="DejaVu Sans"/>
              </a:rPr>
              <a:t>&lt;Foliennummer&gt;</a:t>
            </a:fld>
            <a:endParaRPr lang="de-CH"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Lorem ipsum</a:t>
            </a:r>
            <a:endParaRPr lang="de-CH" sz="3600" b="0" u="none" strike="noStrike">
              <a:solidFill>
                <a:srgbClr val="000000"/>
              </a:solidFill>
              <a:effectLst/>
              <a:uFillTx/>
              <a:latin typeface="Arial"/>
            </a:endParaRPr>
          </a:p>
        </p:txBody>
      </p:sp>
      <p:sp>
        <p:nvSpPr>
          <p:cNvPr id="15" name="PlaceHolder 2"/>
          <p:cNvSpPr>
            <a:spLocks noGrp="1"/>
          </p:cNvSpPr>
          <p:nvPr>
            <p:ph type="subTitle"/>
          </p:nvPr>
        </p:nvSpPr>
        <p:spPr>
          <a:xfrm>
            <a:off x="502920" y="1800000"/>
            <a:ext cx="9072360" cy="4384440"/>
          </a:xfrm>
          <a:prstGeom prst="rect">
            <a:avLst/>
          </a:prstGeom>
          <a:noFill/>
          <a:ln w="0">
            <a:noFill/>
          </a:ln>
        </p:spPr>
        <p:txBody>
          <a:bodyPr lIns="0" tIns="1152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500" b="0" u="none" strike="noStrike">
              <a:solidFill>
                <a:srgbClr val="000000"/>
              </a:solidFill>
              <a:effectLst/>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presetID="1" presetClass="entr"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presetID="1" presetClass="entr"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presetID="1" presetClass="entr"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Chart</a:t>
            </a:r>
            <a:endParaRPr lang="de-CH" sz="3600" b="0" u="none" strike="noStrike">
              <a:solidFill>
                <a:srgbClr val="000000"/>
              </a:solidFill>
              <a:effectLst/>
              <a:uFillTx/>
              <a:latin typeface="Arial"/>
            </a:endParaRPr>
          </a:p>
        </p:txBody>
      </p:sp>
      <p:graphicFrame>
        <p:nvGraphicFramePr>
          <p:cNvPr id="17"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presetID="1" presetClass="entr"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presetID="1" presetClass="entr"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Table</a:t>
            </a:r>
            <a:endParaRPr lang="de-CH" sz="3600" b="0" u="none" strike="noStrike">
              <a:solidFill>
                <a:srgbClr val="000000"/>
              </a:solidFill>
              <a:effectLst/>
              <a:uFillTx/>
              <a:latin typeface="Arial"/>
            </a:endParaRPr>
          </a:p>
        </p:txBody>
      </p:sp>
      <p:graphicFrame>
        <p:nvGraphicFramePr>
          <p:cNvPr id="19"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rPr>
                        <a:t>Column 1</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2</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3</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4</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5</a:t>
                      </a:r>
                      <a:endParaRPr lang="de-CH" sz="1800" b="0" u="none" strike="noStrike">
                        <a:solidFill>
                          <a:srgbClr val="000000"/>
                        </a:solidFill>
                        <a:effectLst/>
                        <a:uFillTx/>
                        <a:latin typeface="Arial"/>
                      </a:endParaRPr>
                    </a:p>
                    <a:p>
                      <a:pPr>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presetID="1" presetClass="entr"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presetID="1" presetClass="entr"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LibreOffice/26.2.3.2$Linux_X86_64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2017-08-10T21:58:16Z</dcterms:created>
  <dc:creator/>
  <dc:description/>
  <dc:language>de-CH</dc:language>
  <cp:lastModifiedBy/>
  <cp:revision>0</cp:revision>
  <dc:subject/>
  <dc:title/>
</cp:coreProperties>
</file>