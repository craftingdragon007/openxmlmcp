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Lst>
  <p:sldSz cx="10080625" cy="7559675"/>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92628656"/>
        <c:axId val="66908192"/>
      </c:barChart>
      <c:catAx>
        <c:axId val="92628656"/>
        <c:scaling>
          <c:orientation val="minMax"/>
        </c:scaling>
        <c:delete val="0"/>
        <c:axPos val="b"/>
        <c:numFmt formatCode="[$-409]mm/dd/yyyy"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66908192"/>
        <c:crosses val="autoZero"/>
        <c:auto val="1"/>
        <c:lblAlgn val="ctr"/>
        <c:lblOffset val="100"/>
        <c:noMultiLvlLbl val="0"/>
      </c:catAx>
      <c:valAx>
        <c:axId val="66908192"/>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92628656"/>
        <c:crosses val="autoZero"/>
        <c:crossBetween val="between"/>
      </c:valAx>
      <c:spPr>
        <a:noFill/>
        <a:ln w="0">
          <a:solidFill>
            <a:srgbClr val="B3B3B3"/>
          </a:solidFill>
        </a:ln>
      </c:spPr>
    </c:plotArea>
    <c:legend>
      <c:legendPos val="r"/>
      <c:overlay val="0"/>
      <c:spPr>
        <a:noFill/>
        <a:ln w="0">
          <a:noFill/>
        </a:ln>
      </c:spPr>
      <c:txPr>
        <a:bodyPr/>
        <a:lstStyle/>
        <a:p>
          <a:pPr>
            <a:defRPr sz="1000" b="0" u="none" strike="noStrike">
              <a:solidFill>
                <a:srgbClr val="000000"/>
              </a:solidFill>
              <a:uFillTx/>
              <a:latin typeface="Arial"/>
            </a:defRPr>
          </a:pPr>
        </a:p>
      </c:txPr>
    </c:legend>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el1">
    <p:bg>
      <p:bgPr>
        <a:solidFill>
          <a:srgbClr val="FFFFFF"/>
        </a:solidFill>
      </p:bgPr>
    </p:bg>
    <p:spTree>
      <p:nvGrpSpPr>
        <p:cNvPr id="1" name=""/>
        <p:cNvGrpSpPr/>
        <p:nvPr/>
      </p:nvGrpSpPr>
      <p:grpSpPr>
        <a:xfrm>
          <a:off x="0" y="0"/>
          <a:ext cx="0" cy="0"/>
          <a:chOff x="0" y="0"/>
          <a:chExt cx="0" cy="0"/>
        </a:xfrm>
      </p:grpSpPr>
      <p:pic>
        <p:nvPicPr>
          <p:cNvPr id="8" name=""/>
          <p:cNvPicPr/>
          <p:nvPr/>
        </p:nvPicPr>
        <p:blipFill>
          <a:blip r:embed="rId2"/>
          <a:stretch/>
        </p:blipFill>
        <p:spPr>
          <a:xfrm>
            <a:off x="0" y="0"/>
            <a:ext cx="10078920" cy="7559640"/>
          </a:xfrm>
          <a:prstGeom prst="rect">
            <a:avLst/>
          </a:prstGeom>
          <a:noFill/>
          <a:ln w="0">
            <a:noFill/>
          </a:ln>
        </p:spPr>
      </p:pic>
      <p:sp>
        <p:nvSpPr>
          <p:cNvPr id="9" name="PlaceHolder 1"/>
          <p:cNvSpPr>
            <a:spLocks noGrp="1"/>
          </p:cNvSpPr>
          <p:nvPr>
            <p:ph type="title"/>
          </p:nvPr>
        </p:nvSpPr>
        <p:spPr>
          <a:xfrm>
            <a:off x="503280" y="576000"/>
            <a:ext cx="7197840" cy="718920"/>
          </a:xfrm>
          <a:prstGeom prst="rect">
            <a:avLst/>
          </a:prstGeom>
          <a:noFill/>
          <a:ln w="0">
            <a:noFill/>
          </a:ln>
        </p:spPr>
        <p:txBody>
          <a:bodyPr lIns="0" tIns="0" rIns="0" bIns="0" anchor="ctr">
            <a:noAutofit/>
          </a:bodyPr>
          <a:lstStyle>
            <a:lvl1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3600" b="0" u="none" strike="noStrike">
                <a:solidFill>
                  <a:srgbClr val="000000"/>
                </a:solidFill>
                <a:effectLst/>
                <a:uFillTx/>
                <a:latin typeface="Arial"/>
              </a:defRPr>
            </a:lvl1pPr>
          </a:lstStyle>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3600" b="0" u="none" strike="noStrike">
                <a:solidFill>
                  <a:srgbClr val="000000"/>
                </a:solidFill>
                <a:effectLst/>
                <a:uFillTx/>
                <a:latin typeface="Arial"/>
              </a:rPr>
              <a:t>Format des Titeltextes durch Klicken bearbeiten</a:t>
            </a:r>
            <a:endParaRPr lang="de-CH" sz="3600" b="0" u="none" strike="noStrike">
              <a:solidFill>
                <a:srgbClr val="000000"/>
              </a:solidFill>
              <a:effectLst/>
              <a:uFillTx/>
              <a:latin typeface="Arial"/>
            </a:endParaRPr>
          </a:p>
        </p:txBody>
      </p:sp>
      <p:sp>
        <p:nvSpPr>
          <p:cNvPr id="10" name="PlaceHolder 2"/>
          <p:cNvSpPr>
            <a:spLocks noGrp="1"/>
          </p:cNvSpPr>
          <p:nvPr>
            <p:ph type="body"/>
          </p:nvPr>
        </p:nvSpPr>
        <p:spPr>
          <a:xfrm>
            <a:off x="502920" y="1800000"/>
            <a:ext cx="9070920" cy="4383000"/>
          </a:xfrm>
          <a:prstGeom prst="rect">
            <a:avLst/>
          </a:prstGeom>
          <a:noFill/>
          <a:ln w="0">
            <a:noFill/>
          </a:ln>
        </p:spPr>
        <p:txBody>
          <a:bodyPr lIns="0" tIns="19800" rIns="0" bIns="0" anchor="t">
            <a:normAutofit/>
          </a:bodyPr>
          <a:lstStyle>
            <a:lvl1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1pPr>
            <a:lvl2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2pPr>
            <a:lvl3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3pPr>
            <a:lvl4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4pPr>
            <a:lvl5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5pPr>
            <a:lvl6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6pPr>
            <a:lvl7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7pPr>
          </a:lstStyle>
          <a:p>
            <a: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Format des Gliederungstextes durch Klicken bearbeiten</a:t>
            </a:r>
            <a:endParaRPr lang="de-CH" sz="2600" b="0" u="none" strike="noStrike">
              <a:solidFill>
                <a:srgbClr val="000000"/>
              </a:solidFill>
              <a:effectLst/>
              <a:uFillTx/>
              <a:latin typeface="Arial"/>
            </a:endParaRPr>
          </a:p>
          <a:p>
            <a: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Zweite Gliederungsebene</a:t>
            </a:r>
            <a:endParaRPr lang="de-CH" sz="2600" b="0" u="none" strike="noStrike">
              <a:solidFill>
                <a:srgbClr val="000000"/>
              </a:solidFill>
              <a:effectLst/>
              <a:uFillTx/>
              <a:latin typeface="Arial"/>
            </a:endParaRPr>
          </a:p>
          <a:p>
            <a: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Dritte Gliederungsebene</a:t>
            </a:r>
            <a:endParaRPr lang="de-CH" sz="2600" b="0" u="none" strike="noStrike">
              <a:solidFill>
                <a:srgbClr val="000000"/>
              </a:solidFill>
              <a:effectLst/>
              <a:uFillTx/>
              <a:latin typeface="Arial"/>
            </a:endParaRPr>
          </a:p>
          <a:p>
            <a: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Vierte Gliederungsebene</a:t>
            </a:r>
            <a:endParaRPr lang="de-CH" sz="2600" b="0" u="none" strike="noStrike">
              <a:solidFill>
                <a:srgbClr val="000000"/>
              </a:solidFill>
              <a:effectLst/>
              <a:uFillTx/>
              <a:latin typeface="Arial"/>
            </a:endParaRPr>
          </a:p>
          <a:p>
            <a: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Fünfte Gliederungsebene</a:t>
            </a:r>
            <a:endParaRPr lang="de-CH" sz="2600" b="0" u="none" strike="noStrike">
              <a:solidFill>
                <a:srgbClr val="000000"/>
              </a:solidFill>
              <a:effectLst/>
              <a:uFillTx/>
              <a:latin typeface="Arial"/>
            </a:endParaRPr>
          </a:p>
          <a:p>
            <a: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Sechste Gliederungsebene</a:t>
            </a:r>
            <a:endParaRPr lang="de-CH" sz="2600" b="0" u="none" strike="noStrike">
              <a:solidFill>
                <a:srgbClr val="000000"/>
              </a:solidFill>
              <a:effectLst/>
              <a:uFillTx/>
              <a:latin typeface="Arial"/>
            </a:endParaRPr>
          </a:p>
          <a:p>
            <a: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Siebte Gliederungsebene</a:t>
            </a:r>
            <a:endParaRPr lang="de-CH" sz="2600" b="0" u="none" strike="noStrike">
              <a:solidFill>
                <a:srgbClr val="000000"/>
              </a:solidFill>
              <a:effectLst/>
              <a:uFillTx/>
              <a:latin typeface="Arial"/>
            </a:endParaRPr>
          </a:p>
        </p:txBody>
      </p:sp>
      <p:sp>
        <p:nvSpPr>
          <p:cNvPr id="11" name="PlaceHolder 3"/>
          <p:cNvSpPr>
            <a:spLocks noGrp="1"/>
          </p:cNvSpPr>
          <p:nvPr>
            <p:ph type="dt" idx="4"/>
          </p:nvPr>
        </p:nvSpPr>
        <p:spPr>
          <a:xfrm>
            <a:off x="502920" y="6886440"/>
            <a:ext cx="2346120" cy="519120"/>
          </a:xfrm>
          <a:prstGeom prst="rect">
            <a:avLst/>
          </a:prstGeom>
          <a:noFill/>
          <a:ln w="0">
            <a:noFill/>
          </a:ln>
        </p:spPr>
        <p:txBody>
          <a:bodyPr lIns="0" tIns="0" rIns="0" bIns="0" anchor="t">
            <a:noAutofit/>
          </a:bodyPr>
          <a:lstStyle>
            <a:lvl1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&lt;Datum/Uhrzeit&gt;</a:t>
            </a:r>
            <a:endParaRPr lang="de-CH" sz="1400" b="0" u="none" strike="noStrike">
              <a:solidFill>
                <a:srgbClr val="000000"/>
              </a:solidFill>
              <a:effectLst/>
              <a:uFillTx/>
              <a:latin typeface="Times New Roman"/>
            </a:endParaRPr>
          </a:p>
        </p:txBody>
      </p:sp>
      <p:sp>
        <p:nvSpPr>
          <p:cNvPr id="12" name="PlaceHolder 4"/>
          <p:cNvSpPr>
            <a:spLocks noGrp="1"/>
          </p:cNvSpPr>
          <p:nvPr>
            <p:ph type="ftr" idx="5"/>
          </p:nvPr>
        </p:nvSpPr>
        <p:spPr>
          <a:xfrm>
            <a:off x="3448080" y="6886440"/>
            <a:ext cx="3193920" cy="519120"/>
          </a:xfrm>
          <a:prstGeom prst="rect">
            <a:avLst/>
          </a:prstGeom>
          <a:noFill/>
          <a:ln w="0">
            <a:noFill/>
          </a:ln>
        </p:spPr>
        <p:txBody>
          <a:bodyPr lIns="0" tIns="0" rIns="0" bIns="0" anchor="t">
            <a:noAutofit/>
          </a:bodyPr>
          <a:lstStyle>
            <a:lvl1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&lt;Fußzeile&gt;</a:t>
            </a:r>
            <a:endParaRPr lang="de-CH" sz="14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7226280" y="6886440"/>
            <a:ext cx="2346480" cy="519120"/>
          </a:xfrm>
          <a:prstGeom prst="rect">
            <a:avLst/>
          </a:prstGeom>
          <a:noFill/>
          <a:ln w="0">
            <a:noFill/>
          </a:ln>
        </p:spPr>
        <p:txBody>
          <a:bodyPr lIns="0" tIns="0" rIns="0" bIns="0" anchor="t">
            <a:noAutofit/>
          </a:bodyPr>
          <a:lstStyle>
            <a:lvl1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fld id="{5526D5DE-D33E-43F1-AC90-A1C214750F44}" type="slidenum">
              <a:rPr lang="en-US" sz="1400" b="0" u="none" strike="noStrike">
                <a:solidFill>
                  <a:srgbClr val="000000"/>
                </a:solidFill>
                <a:effectLst/>
                <a:uFillTx/>
                <a:latin typeface="Times New Roman"/>
                <a:ea typeface="DejaVu Sans"/>
              </a:rPr>
              <a:t>&lt;Foliennummer&gt;</a:t>
            </a:fld>
            <a:endParaRPr lang="de-CH"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el1">
    <p:bg>
      <p:bgPr>
        <a:solidFill>
          <a:srgbClr val="FFFFFF"/>
        </a:solidFill>
      </p:bgPr>
    </p:bg>
    <p:spTree>
      <p:nvGrpSpPr>
        <p:cNvPr id="1" name=""/>
        <p:cNvGrpSpPr/>
        <p:nvPr/>
      </p:nvGrpSpPr>
      <p:grpSpPr>
        <a:xfrm>
          <a:off x="0" y="0"/>
          <a:ext cx="0" cy="0"/>
          <a:chOff x="0" y="0"/>
          <a:chExt cx="0" cy="0"/>
        </a:xfrm>
      </p:grpSpPr>
      <p:pic>
        <p:nvPicPr>
          <p:cNvPr id="2" name=""/>
          <p:cNvPicPr/>
          <p:nvPr/>
        </p:nvPicPr>
        <p:blipFill>
          <a:blip r:embed="rId2"/>
          <a:stretch/>
        </p:blipFill>
        <p:spPr>
          <a:xfrm>
            <a:off x="0" y="0"/>
            <a:ext cx="10078920" cy="7559640"/>
          </a:xfrm>
          <a:prstGeom prst="rect">
            <a:avLst/>
          </a:prstGeom>
          <a:noFill/>
          <a:ln w="0">
            <a:noFill/>
          </a:ln>
        </p:spPr>
      </p:pic>
      <p:sp>
        <p:nvSpPr>
          <p:cNvPr id="3" name="PlaceHolder 1"/>
          <p:cNvSpPr>
            <a:spLocks noGrp="1"/>
          </p:cNvSpPr>
          <p:nvPr>
            <p:ph type="title"/>
          </p:nvPr>
        </p:nvSpPr>
        <p:spPr>
          <a:xfrm>
            <a:off x="503280" y="576000"/>
            <a:ext cx="7197840" cy="718920"/>
          </a:xfrm>
          <a:prstGeom prst="rect">
            <a:avLst/>
          </a:prstGeom>
          <a:noFill/>
          <a:ln w="0">
            <a:noFill/>
          </a:ln>
        </p:spPr>
        <p:txBody>
          <a:bodyPr lIns="0" tIns="0" rIns="0" bIns="0" anchor="ctr">
            <a:noAutofit/>
          </a:bodyPr>
          <a:lstStyle>
            <a:lvl1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3600" b="0" u="none" strike="noStrike">
                <a:solidFill>
                  <a:srgbClr val="000000"/>
                </a:solidFill>
                <a:effectLst/>
                <a:uFillTx/>
                <a:latin typeface="Arial"/>
              </a:defRPr>
            </a:lvl1pPr>
          </a:lstStyle>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3600" b="0" u="none" strike="noStrike">
                <a:solidFill>
                  <a:srgbClr val="000000"/>
                </a:solidFill>
                <a:effectLst/>
                <a:uFillTx/>
                <a:latin typeface="Arial"/>
              </a:rPr>
              <a:t>Format des Titeltextes durch Klicken bearbeiten</a:t>
            </a:r>
            <a:endParaRPr lang="de-CH" sz="3600" b="0" u="none" strike="noStrike">
              <a:solidFill>
                <a:srgbClr val="000000"/>
              </a:solidFill>
              <a:effectLst/>
              <a:uFillTx/>
              <a:latin typeface="Arial"/>
            </a:endParaRPr>
          </a:p>
        </p:txBody>
      </p:sp>
      <p:sp>
        <p:nvSpPr>
          <p:cNvPr id="4" name="PlaceHolder 2"/>
          <p:cNvSpPr>
            <a:spLocks noGrp="1"/>
          </p:cNvSpPr>
          <p:nvPr>
            <p:ph type="body"/>
          </p:nvPr>
        </p:nvSpPr>
        <p:spPr>
          <a:xfrm>
            <a:off x="502920" y="1800000"/>
            <a:ext cx="9070920" cy="4383000"/>
          </a:xfrm>
          <a:prstGeom prst="rect">
            <a:avLst/>
          </a:prstGeom>
          <a:noFill/>
          <a:ln w="0">
            <a:noFill/>
          </a:ln>
        </p:spPr>
        <p:txBody>
          <a:bodyPr lIns="0" tIns="19800" rIns="0" bIns="0" anchor="t">
            <a:normAutofit/>
          </a:bodyPr>
          <a:lstStyle>
            <a:lvl1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1pPr>
            <a:lvl2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2pPr>
            <a:lvl3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3pPr>
            <a:lvl4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4pPr>
            <a:lvl5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5pPr>
            <a:lvl6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6pPr>
            <a:lvl7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7pPr>
          </a:lstStyle>
          <a:p>
            <a: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Format des Gliederungstextes durch Klicken bearbeiten</a:t>
            </a:r>
            <a:endParaRPr lang="de-CH" sz="2600" b="0" u="none" strike="noStrike">
              <a:solidFill>
                <a:srgbClr val="000000"/>
              </a:solidFill>
              <a:effectLst/>
              <a:uFillTx/>
              <a:latin typeface="Arial"/>
            </a:endParaRPr>
          </a:p>
          <a:p>
            <a: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Zweite Gliederungsebene</a:t>
            </a:r>
            <a:endParaRPr lang="de-CH" sz="2600" b="0" u="none" strike="noStrike">
              <a:solidFill>
                <a:srgbClr val="000000"/>
              </a:solidFill>
              <a:effectLst/>
              <a:uFillTx/>
              <a:latin typeface="Arial"/>
            </a:endParaRPr>
          </a:p>
          <a:p>
            <a: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Dritte Gliederungsebene</a:t>
            </a:r>
            <a:endParaRPr lang="de-CH" sz="2600" b="0" u="none" strike="noStrike">
              <a:solidFill>
                <a:srgbClr val="000000"/>
              </a:solidFill>
              <a:effectLst/>
              <a:uFillTx/>
              <a:latin typeface="Arial"/>
            </a:endParaRPr>
          </a:p>
          <a:p>
            <a: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Vierte Gliederungsebene</a:t>
            </a:r>
            <a:endParaRPr lang="de-CH" sz="2600" b="0" u="none" strike="noStrike">
              <a:solidFill>
                <a:srgbClr val="000000"/>
              </a:solidFill>
              <a:effectLst/>
              <a:uFillTx/>
              <a:latin typeface="Arial"/>
            </a:endParaRPr>
          </a:p>
          <a:p>
            <a: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Fünfte Gliederungsebene</a:t>
            </a:r>
            <a:endParaRPr lang="de-CH" sz="2600" b="0" u="none" strike="noStrike">
              <a:solidFill>
                <a:srgbClr val="000000"/>
              </a:solidFill>
              <a:effectLst/>
              <a:uFillTx/>
              <a:latin typeface="Arial"/>
            </a:endParaRPr>
          </a:p>
          <a:p>
            <a: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Sechste Gliederungsebene</a:t>
            </a:r>
            <a:endParaRPr lang="de-CH" sz="2600" b="0" u="none" strike="noStrike">
              <a:solidFill>
                <a:srgbClr val="000000"/>
              </a:solidFill>
              <a:effectLst/>
              <a:uFillTx/>
              <a:latin typeface="Arial"/>
            </a:endParaRPr>
          </a:p>
          <a:p>
            <a: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Siebte Gliederungsebene</a:t>
            </a:r>
            <a:endParaRPr lang="de-CH" sz="2600" b="0" u="none" strike="noStrike">
              <a:solidFill>
                <a:srgbClr val="000000"/>
              </a:solidFill>
              <a:effectLst/>
              <a:uFillTx/>
              <a:latin typeface="Arial"/>
            </a:endParaRPr>
          </a:p>
        </p:txBody>
      </p:sp>
      <p:sp>
        <p:nvSpPr>
          <p:cNvPr id="5" name="PlaceHolder 3"/>
          <p:cNvSpPr>
            <a:spLocks noGrp="1"/>
          </p:cNvSpPr>
          <p:nvPr>
            <p:ph type="dt" idx="1"/>
          </p:nvPr>
        </p:nvSpPr>
        <p:spPr>
          <a:xfrm>
            <a:off x="502920" y="6886440"/>
            <a:ext cx="2346120" cy="519120"/>
          </a:xfrm>
          <a:prstGeom prst="rect">
            <a:avLst/>
          </a:prstGeom>
          <a:noFill/>
          <a:ln w="0">
            <a:noFill/>
          </a:ln>
        </p:spPr>
        <p:txBody>
          <a:bodyPr lIns="0" tIns="0" rIns="0" bIns="0" anchor="t">
            <a:noAutofit/>
          </a:bodyPr>
          <a:lstStyle>
            <a:lvl1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&lt;Datum/Uhrzeit&gt;</a:t>
            </a:r>
            <a:endParaRPr lang="de-CH" sz="1400" b="0" u="none" strike="noStrike">
              <a:solidFill>
                <a:srgbClr val="000000"/>
              </a:solidFill>
              <a:effectLst/>
              <a:uFillTx/>
              <a:latin typeface="Times New Roman"/>
            </a:endParaRPr>
          </a:p>
        </p:txBody>
      </p:sp>
      <p:sp>
        <p:nvSpPr>
          <p:cNvPr id="6" name="PlaceHolder 4"/>
          <p:cNvSpPr>
            <a:spLocks noGrp="1"/>
          </p:cNvSpPr>
          <p:nvPr>
            <p:ph type="ftr" idx="2"/>
          </p:nvPr>
        </p:nvSpPr>
        <p:spPr>
          <a:xfrm>
            <a:off x="3448080" y="6886440"/>
            <a:ext cx="3193920" cy="519120"/>
          </a:xfrm>
          <a:prstGeom prst="rect">
            <a:avLst/>
          </a:prstGeom>
          <a:noFill/>
          <a:ln w="0">
            <a:noFill/>
          </a:ln>
        </p:spPr>
        <p:txBody>
          <a:bodyPr lIns="0" tIns="0" rIns="0" bIns="0" anchor="t">
            <a:noAutofit/>
          </a:bodyPr>
          <a:lstStyle>
            <a:lvl1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&lt;Fußzeile&gt;</a:t>
            </a:r>
            <a:endParaRPr lang="de-CH" sz="1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7226280" y="6886440"/>
            <a:ext cx="2346480" cy="519120"/>
          </a:xfrm>
          <a:prstGeom prst="rect">
            <a:avLst/>
          </a:prstGeom>
          <a:noFill/>
          <a:ln w="0">
            <a:noFill/>
          </a:ln>
        </p:spPr>
        <p:txBody>
          <a:bodyPr lIns="0" tIns="0" rIns="0" bIns="0" anchor="t">
            <a:noAutofit/>
          </a:bodyPr>
          <a:lstStyle>
            <a:lvl1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fld id="{48DA1C7B-8377-4BD3-84A9-33E27017A505}" type="slidenum">
              <a:rPr lang="en-US" sz="1400" b="0" u="none" strike="noStrike">
                <a:solidFill>
                  <a:srgbClr val="000000"/>
                </a:solidFill>
                <a:effectLst/>
                <a:uFillTx/>
                <a:latin typeface="Times New Roman"/>
                <a:ea typeface="DejaVu Sans"/>
              </a:rPr>
              <a:t>&lt;Foliennummer&gt;</a:t>
            </a:fld>
            <a:endParaRPr lang="de-CH"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Lorem ipsum</a:t>
            </a:r>
            <a:endParaRPr lang="de-CH" sz="3600" b="0" u="none" strike="noStrike">
              <a:solidFill>
                <a:srgbClr val="000000"/>
              </a:solidFill>
              <a:effectLst/>
              <a:uFillTx/>
              <a:latin typeface="Arial"/>
            </a:endParaRPr>
          </a:p>
        </p:txBody>
      </p:sp>
      <p:sp>
        <p:nvSpPr>
          <p:cNvPr id="15" name="PlaceHolder 2"/>
          <p:cNvSpPr>
            <a:spLocks noGrp="1"/>
          </p:cNvSpPr>
          <p:nvPr>
            <p:ph type="subTitle"/>
          </p:nvPr>
        </p:nvSpPr>
        <p:spPr>
          <a:xfrm>
            <a:off x="502920" y="1800000"/>
            <a:ext cx="9072360" cy="4384440"/>
          </a:xfrm>
          <a:prstGeom prst="rect">
            <a:avLst/>
          </a:prstGeom>
          <a:noFill/>
          <a:ln w="0">
            <a:noFill/>
          </a:ln>
        </p:spPr>
        <p:txBody>
          <a:bodyPr lIns="0" tIns="1152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500" b="0" u="none" strike="noStrike">
                <a:solidFill>
                  <a:srgbClr val="000000"/>
                </a:solidFill>
                <a:effectLst/>
                <a:uFillTx/>
                <a:latin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lang="de-CH"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500" b="0" u="none" strike="noStrike">
                <a:solidFill>
                  <a:srgbClr val="000000"/>
                </a:solidFill>
                <a:effectLst/>
                <a:uFillTx/>
                <a:latin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lang="de-CH"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500" b="0" u="none" strike="noStrike">
              <a:solidFill>
                <a:srgbClr val="000000"/>
              </a:solidFill>
              <a:effectLst/>
              <a:uFillTx/>
              <a:latin typeface="Arial"/>
            </a:endParaRPr>
          </a:p>
        </p:txBody>
      </p:sp>
    </p:spTree>
  </p:cSld>
  <p:timing>
    <p:tnLst>
      <p:par>
        <p:cTn id="1" dur="indefinite" restart="never" nodeType="tmRoot">
          <p:childTnLst>
            <p:seq>
              <p:cTn id="2" dur="indefinite" nodeType="mainSeq">
                <p:childTnLst>
                  <p:par>
                    <p:cTn id="3" dur="indefinite" fill="hold">
                      <p:stCondLst>
                        <p:cond delay="indefinite"/>
                      </p:stCondLst>
                      <p:childTnLst>
                        <p:par>
                          <p:cTn id="4" dur="indefinite" fill="hold">
                            <p:stCondLst>
                              <p:cond delay="0"/>
                            </p:stCondLst>
                            <p:childTnLst>
                              <p:par>
                                <p:cTn id="5" dur="indefinite" presetID="1" presetClass="entr"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dur="indefinite" fill="hold">
                      <p:stCondLst>
                        <p:cond delay="indefinite"/>
                      </p:stCondLst>
                      <p:childTnLst>
                        <p:par>
                          <p:cTn id="8" dur="indefinite" fill="hold">
                            <p:stCondLst>
                              <p:cond delay="0"/>
                            </p:stCondLst>
                            <p:childTnLst>
                              <p:par>
                                <p:cTn id="9" dur="indefinite" presetID="1" presetClass="entr"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dur="indefinite" fill="hold">
                      <p:stCondLst>
                        <p:cond delay="indefinite"/>
                      </p:stCondLst>
                      <p:childTnLst>
                        <p:par>
                          <p:cTn id="12" dur="indefinite" fill="hold">
                            <p:stCondLst>
                              <p:cond delay="0"/>
                            </p:stCondLst>
                            <p:childTnLst>
                              <p:par>
                                <p:cTn id="13" dur="indefinite" presetID="1" presetClass="entr"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Chart</a:t>
            </a:r>
            <a:endParaRPr lang="de-CH" sz="3600" b="0" u="none" strike="noStrike">
              <a:solidFill>
                <a:srgbClr val="000000"/>
              </a:solidFill>
              <a:effectLst/>
              <a:uFillTx/>
              <a:latin typeface="Arial"/>
            </a:endParaRPr>
          </a:p>
        </p:txBody>
      </p:sp>
      <p:graphicFrame>
        <p:nvGraphicFramePr>
          <p:cNvPr id="17" name=""/>
          <p:cNvGraphicFramePr/>
          <p:nvPr/>
        </p:nvGraphicFramePr>
        <p:xfrm>
          <a:off x="1693800" y="2487600"/>
          <a:ext cx="6865920" cy="3598920"/>
        </p:xfrm>
        <a:graphic>
          <a:graphicData uri="http://schemas.openxmlformats.org/drawingml/2006/chart">
            <c:chart xmlns:c="http://schemas.openxmlformats.org/drawingml/2006/chart" xmlns:r="http://schemas.openxmlformats.org/officeDocument/2006/relationships" r:id="rId1"/>
          </a:graphicData>
        </a:graphic>
      </p:graphicFrame>
    </p:spTree>
  </p:cSld>
  <p:timing>
    <p:tnLst>
      <p:par>
        <p:cTn id="15" dur="indefinite" restart="never" nodeType="tmRoot">
          <p:childTnLst>
            <p:seq>
              <p:cTn id="16" dur="indefinite" nodeType="mainSeq">
                <p:childTnLst>
                  <p:par>
                    <p:cTn id="17" dur="indefinite" fill="hold">
                      <p:stCondLst>
                        <p:cond delay="indefinite"/>
                      </p:stCondLst>
                      <p:childTnLst>
                        <p:par>
                          <p:cTn id="18" dur="indefinite" fill="hold">
                            <p:stCondLst>
                              <p:cond delay="0"/>
                            </p:stCondLst>
                            <p:childTnLst>
                              <p:par>
                                <p:cTn id="19" dur="indefinite" presetID="1" presetClass="entr" fill="hold"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dur="indefinite" fill="hold">
                      <p:stCondLst>
                        <p:cond delay="indefinite"/>
                      </p:stCondLst>
                      <p:childTnLst>
                        <p:par>
                          <p:cTn id="22" dur="indefinite" fill="hold">
                            <p:stCondLst>
                              <p:cond delay="0"/>
                            </p:stCondLst>
                            <p:childTnLst>
                              <p:par>
                                <p:cTn id="23" dur="indefinite" presetID="1" presetClass="entr"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Table</a:t>
            </a:r>
            <a:endParaRPr lang="de-CH" sz="3600" b="0" u="none" strike="noStrike">
              <a:solidFill>
                <a:srgbClr val="000000"/>
              </a:solidFill>
              <a:effectLst/>
              <a:uFillTx/>
              <a:latin typeface="Arial"/>
            </a:endParaRPr>
          </a:p>
        </p:txBody>
      </p:sp>
      <p:graphicFrame>
        <p:nvGraphicFramePr>
          <p:cNvPr id="19" name=""/>
          <p:cNvGraphicFramePr/>
          <p:nvPr/>
        </p:nvGraphicFramePr>
        <p:xfrm>
          <a:off x="503280" y="1800360"/>
          <a:ext cx="9073800" cy="3398400"/>
        </p:xfrm>
        <a:graphic>
          <a:graphicData uri="http://schemas.openxmlformats.org/drawingml/2006/table">
            <a:tbl>
              <a:tblPr/>
              <a:tblGrid>
                <a:gridCol w="1814400"/>
                <a:gridCol w="1815480"/>
                <a:gridCol w="1814400"/>
                <a:gridCol w="1814760"/>
                <a:gridCol w="1814760"/>
              </a:tblGrid>
              <a:tr h="62028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rPr>
                        <a:t>Column 1</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2</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3</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4</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5</a:t>
                      </a:r>
                      <a:endParaRPr lang="de-CH" sz="1800" b="0" u="none" strike="noStrike">
                        <a:solidFill>
                          <a:srgbClr val="000000"/>
                        </a:solidFill>
                        <a:effectLst/>
                        <a:uFillTx/>
                        <a:latin typeface="Arial"/>
                      </a:endParaRPr>
                    </a:p>
                    <a:p>
                      <a:pPr>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p:timing>
    <p:tnLst>
      <p:par>
        <p:cTn id="25" dur="indefinite" restart="never" nodeType="tmRoot">
          <p:childTnLst>
            <p:seq>
              <p:cTn id="26" dur="indefinite" nodeType="mainSeq">
                <p:childTnLst>
                  <p:par>
                    <p:cTn id="27" dur="indefinite" fill="hold">
                      <p:stCondLst>
                        <p:cond delay="indefinite"/>
                      </p:stCondLst>
                      <p:childTnLst>
                        <p:par>
                          <p:cTn id="28" dur="indefinite" fill="hold">
                            <p:stCondLst>
                              <p:cond delay="0"/>
                            </p:stCondLst>
                            <p:childTnLst>
                              <p:par>
                                <p:cTn id="29" dur="indefinite" presetID="1" presetClass="entr" fill="hold"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1" dur="indefinite" fill="hold">
                      <p:stCondLst>
                        <p:cond delay="indefinite"/>
                      </p:stCondLst>
                      <p:childTnLst>
                        <p:par>
                          <p:cTn id="32" dur="indefinite" fill="hold">
                            <p:stCondLst>
                              <p:cond delay="0"/>
                            </p:stCondLst>
                            <p:childTnLst>
                              <p:par>
                                <p:cTn id="33" dur="indefinite" presetID="1" presetClass="entr"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Photo</a:t>
            </a:r>
            <a:endParaRPr lang="de-CH" sz="3600" b="0" u="none" strike="noStrike">
              <a:solidFill>
                <a:srgbClr val="000000"/>
              </a:solidFill>
              <a:effectLst/>
              <a:uFillTx/>
              <a:latin typeface="Arial"/>
            </a:endParaRPr>
          </a:p>
        </p:txBody>
      </p:sp>
      <p:pic>
        <p:nvPicPr>
          <p:cNvPr id="21" name=""/>
          <p:cNvPicPr/>
          <p:nvPr/>
        </p:nvPicPr>
        <p:blipFill>
          <a:blip r:embed="rId1"/>
          <a:stretch/>
        </p:blipFill>
        <p:spPr>
          <a:xfrm>
            <a:off x="1380960" y="1920960"/>
            <a:ext cx="7123320" cy="4206960"/>
          </a:xfrm>
          <a:prstGeom prst="rect">
            <a:avLst/>
          </a:prstGeom>
          <a:noFill/>
          <a:ln w="0">
            <a:noFill/>
          </a:ln>
        </p:spPr>
      </p:pic>
    </p:spTree>
  </p:cSld>
  <p:timing>
    <p:tnLst>
      <p:par>
        <p:cTn id="35" dur="indefinite" restart="never" nodeType="tmRoot">
          <p:childTnLst>
            <p:seq>
              <p:cTn id="36" dur="indefinite" nodeType="mainSeq">
                <p:childTnLst>
                  <p:par>
                    <p:cTn id="37" dur="indefinite" fill="hold">
                      <p:stCondLst>
                        <p:cond delay="indefinite"/>
                      </p:stCondLst>
                      <p:childTnLst>
                        <p:par>
                          <p:cTn id="38" dur="indefinite" fill="hold">
                            <p:stCondLst>
                              <p:cond delay="0"/>
                            </p:stCondLst>
                            <p:childTnLst>
                              <p:par>
                                <p:cTn id="39" dur="indefinite" presetID="1" presetClass="entr" fill="hold" nodeType="clickEffect">
                                  <p:stCondLst>
                                    <p:cond delay="0"/>
                                  </p:stCondLst>
                                  <p:childTnLst>
                                    <p:set>
                                      <p:cBhvr>
                                        <p:cTn id="4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41" dur="indefinite" fill="hold">
                      <p:stCondLst>
                        <p:cond delay="indefinite"/>
                      </p:stCondLst>
                      <p:childTnLst>
                        <p:par>
                          <p:cTn id="42" dur="indefinite" fill="hold">
                            <p:stCondLst>
                              <p:cond delay="0"/>
                            </p:stCondLst>
                            <p:childTnLst>
                              <p:par>
                                <p:cTn id="43" dur="indefinite" presetID="1" presetClass="entr"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LibreOffice/26.2.3.2$Linux_X86_64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2017-08-10T21:58:16Z</dcterms:created>
  <dc:creator/>
  <dc:description/>
  <dc:language>de-CH</dc:language>
  <cp:lastModifiedBy/>
  <cp:revision>0</cp:revision>
  <dc:subject/>
  <dc:title/>
</cp:coreProperties>
</file>